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Survey Analysis Results - real-data.sav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Analysis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latin typeface="Calibri"/>
              </a:defRPr>
            </a:pPr>
            <a:r>
              <a:t>Total Tables Analyzed: 9</a:t>
            </a:r>
          </a:p>
          <a:p>
            <a:pPr>
              <a:defRPr sz="1800">
                <a:latin typeface="Calibri"/>
              </a:defRPr>
            </a:pPr>
            <a:r>
              <a:t>        Significant Relationships: 9</a:t>
            </a:r>
          </a:p>
          <a:p>
            <a:pPr>
              <a:defRPr sz="1800">
                <a:latin typeface="Calibri"/>
              </a:defRPr>
            </a:pPr>
            <a:r>
              <a:t>        Significance Rate: 100.0%</a:t>
            </a:r>
          </a:p>
          <a:p>
            <a:pPr>
              <a:defRPr sz="1800">
                <a:latin typeface="Calibri"/>
              </a:defRPr>
            </a:pPr>
          </a:p>
          <a:p>
            <a:pPr>
              <a:defRPr sz="1800">
                <a:latin typeface="Calibri"/>
              </a:defRPr>
            </a:pPr>
            <a:r>
              <a:t>        Generated by SPSS Analyzer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48BB78"/>
                </a:solidFill>
              </a:defRPr>
            </a:pPr>
            <a:r>
              <a:t>DEVICE_INFO × S5X1E (Significant)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/>
            </a:pPr>
            <a:r>
              <a:t>χ² = 5.40, p = 0.0201, V = 0.036 (negligible)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48BB78"/>
                </a:solidFill>
              </a:defRPr>
            </a:pPr>
            <a:r>
              <a:t>SAMPLE × S5X1E (Significant)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/>
            </a:pPr>
            <a:r>
              <a:t>χ² = 87.70, p = 0.0000, V = 0.146 (small)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48BB78"/>
                </a:solidFill>
              </a:defRPr>
            </a:pPr>
            <a:r>
              <a:t>SAMPLE × S19AX3 (Significant)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/>
            </a:pPr>
            <a:r>
              <a:t>χ² = 191.71, p = 0.0000, V = 0.121 (small)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48BB78"/>
                </a:solidFill>
              </a:defRPr>
            </a:pPr>
            <a:r>
              <a:t>SAMPLE × S19XB (Significant)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/>
            </a:pPr>
            <a:r>
              <a:t>χ² = 43.38, p = 0.0000, V = 0.058 (negligible)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48BB78"/>
                </a:solidFill>
              </a:defRPr>
            </a:pPr>
            <a:r>
              <a:t>SAMPLE × S19BX3 (Significant)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/>
            </a:pPr>
            <a:r>
              <a:t>χ² = 120.33, p = 0.0000, V = 0.104 (small)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48BB78"/>
                </a:solidFill>
              </a:defRPr>
            </a:pPr>
            <a:r>
              <a:t>S0 × S19XB (Significant)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/>
            </a:pPr>
            <a:r>
              <a:t>χ² = 6.40, p = 0.0114, V = 0.022 (negligible)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48BB78"/>
                </a:solidFill>
              </a:defRPr>
            </a:pPr>
            <a:r>
              <a:t>S2A × S19AX3 (Significant)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/>
            </a:pPr>
            <a:r>
              <a:t>χ² = 364.76, p = 0.0000, V = 0.167 (small)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48BB78"/>
                </a:solidFill>
              </a:defRPr>
            </a:pPr>
            <a:r>
              <a:t>S2A × S19XB (Significant)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/>
            </a:pPr>
            <a:r>
              <a:t>χ² = 17.69, p = 0.0000, V = 0.037 (negligible)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48BB78"/>
                </a:solidFill>
              </a:defRPr>
            </a:pPr>
            <a:r>
              <a:t>S2A × S19BX3 (Significant)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/>
            </a:pPr>
            <a:r>
              <a:t>χ² = 145.83, p = 0.0000, V = 0.115 (small)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
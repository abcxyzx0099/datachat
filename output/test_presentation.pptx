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Survey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alibri"/>
              </a:defRPr>
            </a:pPr>
            <a:r>
              <a:t>Total Tables Analyzed: 1</a:t>
            </a:r>
          </a:p>
          <a:p>
            <a:pPr>
              <a:defRPr sz="1800">
                <a:latin typeface="Calibri"/>
              </a:defRPr>
            </a:pPr>
            <a:r>
              <a:t>        Significant Relationships: 1</a:t>
            </a:r>
          </a:p>
          <a:p>
            <a:pPr>
              <a:defRPr sz="1800">
                <a:latin typeface="Calibri"/>
              </a:defRPr>
            </a:pPr>
            <a:r>
              <a:t>        Significance Rate: 100.0%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        Generated by SPSS Analyzer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Gender × Satisfaction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15.42, p = 0.0040, V = 0.120 (small)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